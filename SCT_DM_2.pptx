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1" r:id="rId1"/>
  </p:sldMasterIdLst>
  <p:sldIdLst>
    <p:sldId id="256" r:id="rId2"/>
    <p:sldId id="266" r:id="rId3"/>
    <p:sldId id="267" r:id="rId4"/>
    <p:sldId id="268" r:id="rId5"/>
    <p:sldId id="269" r:id="rId6"/>
    <p:sldId id="270" r:id="rId7"/>
    <p:sldId id="271" r:id="rId8"/>
    <p:sldId id="272" r:id="rId9"/>
    <p:sldId id="273" r:id="rId10"/>
    <p:sldId id="274" r:id="rId11"/>
    <p:sldId id="283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66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4687471-F96C-49AA-86F7-42EADA14A563}" v="79" dt="2026-03-04T20:05:40.25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48" autoAdjust="0"/>
    <p:restoredTop sz="94660"/>
  </p:normalViewPr>
  <p:slideViewPr>
    <p:cSldViewPr snapToGrid="0">
      <p:cViewPr varScale="1">
        <p:scale>
          <a:sx n="90" d="100"/>
          <a:sy n="90" d="100"/>
        </p:scale>
        <p:origin x="23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shanthi madda" userId="2005243cf640e3c6" providerId="LiveId" clId="{17A6304B-E457-4DEF-B386-CFBB1D685ED7}"/>
    <pc:docChg chg="modSld">
      <pc:chgData name="prashanthi madda" userId="2005243cf640e3c6" providerId="LiveId" clId="{17A6304B-E457-4DEF-B386-CFBB1D685ED7}" dt="2026-03-05T18:55:59.520" v="1" actId="20577"/>
      <pc:docMkLst>
        <pc:docMk/>
      </pc:docMkLst>
      <pc:sldChg chg="modSp mod">
        <pc:chgData name="prashanthi madda" userId="2005243cf640e3c6" providerId="LiveId" clId="{17A6304B-E457-4DEF-B386-CFBB1D685ED7}" dt="2026-03-05T18:55:59.520" v="1" actId="20577"/>
        <pc:sldMkLst>
          <pc:docMk/>
          <pc:sldMk cId="3390511960" sldId="274"/>
        </pc:sldMkLst>
        <pc:spChg chg="mod">
          <ac:chgData name="prashanthi madda" userId="2005243cf640e3c6" providerId="LiveId" clId="{17A6304B-E457-4DEF-B386-CFBB1D685ED7}" dt="2026-03-05T18:55:59.520" v="1" actId="20577"/>
          <ac:spMkLst>
            <pc:docMk/>
            <pc:sldMk cId="3390511960" sldId="274"/>
            <ac:spMk id="2" creationId="{2044593D-3F85-1712-417C-877F6A5165A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38A9E-1183-4101-9039-64A8965EA4F8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262D3-207A-4FC9-838A-AE3DE47F51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91540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38A9E-1183-4101-9039-64A8965EA4F8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262D3-207A-4FC9-838A-AE3DE47F51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7578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38A9E-1183-4101-9039-64A8965EA4F8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262D3-207A-4FC9-838A-AE3DE47F51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5364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38A9E-1183-4101-9039-64A8965EA4F8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262D3-207A-4FC9-838A-AE3DE47F51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06426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38A9E-1183-4101-9039-64A8965EA4F8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262D3-207A-4FC9-838A-AE3DE47F51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1023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38A9E-1183-4101-9039-64A8965EA4F8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262D3-207A-4FC9-838A-AE3DE47F51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36009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38A9E-1183-4101-9039-64A8965EA4F8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262D3-207A-4FC9-838A-AE3DE47F51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0792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38A9E-1183-4101-9039-64A8965EA4F8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262D3-207A-4FC9-838A-AE3DE47F51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8543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262D3-207A-4FC9-838A-AE3DE47F515C}" type="slidenum">
              <a:rPr lang="en-IN" smtClean="0"/>
              <a:t>‹#›</a:t>
            </a:fld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38A9E-1183-4101-9039-64A8965EA4F8}" type="datetimeFigureOut">
              <a:rPr lang="en-IN" smtClean="0"/>
              <a:t>06-03-2026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04001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38A9E-1183-4101-9039-64A8965EA4F8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262D3-207A-4FC9-838A-AE3DE47F51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9547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38A9E-1183-4101-9039-64A8965EA4F8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262D3-207A-4FC9-838A-AE3DE47F515C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996517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38A9E-1183-4101-9039-64A8965EA4F8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262D3-207A-4FC9-838A-AE3DE47F51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99397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38A9E-1183-4101-9039-64A8965EA4F8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262D3-207A-4FC9-838A-AE3DE47F515C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823582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38A9E-1183-4101-9039-64A8965EA4F8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262D3-207A-4FC9-838A-AE3DE47F51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92809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38A9E-1183-4101-9039-64A8965EA4F8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262D3-207A-4FC9-838A-AE3DE47F51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82464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38A9E-1183-4101-9039-64A8965EA4F8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262D3-207A-4FC9-838A-AE3DE47F51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7827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F38A9E-1183-4101-9039-64A8965EA4F8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589262D3-207A-4FC9-838A-AE3DE47F51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8720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  <p:sldLayoutId id="2147483716" r:id="rId15"/>
    <p:sldLayoutId id="2147483717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56FA2-9299-6657-A74B-7B4569D398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6532" y="516467"/>
            <a:ext cx="9753601" cy="2375365"/>
          </a:xfrm>
        </p:spPr>
        <p:txBody>
          <a:bodyPr/>
          <a:lstStyle/>
          <a:p>
            <a:pPr algn="ctr"/>
            <a:r>
              <a:rPr lang="en-IN" sz="4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Digital Marketing –</a:t>
            </a:r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at Skill Craft Technology</a:t>
            </a:r>
            <a:br>
              <a:rPr lang="en-IN" sz="4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4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CBE00D-3A72-5563-6820-73477B7ADE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64734" y="2491722"/>
            <a:ext cx="7766936" cy="400110"/>
          </a:xfrm>
        </p:spPr>
        <p:txBody>
          <a:bodyPr>
            <a:noAutofit/>
          </a:bodyPr>
          <a:lstStyle/>
          <a:p>
            <a:pPr algn="ctr"/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Case Study Brand – Nike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0E4762-EE7B-C88A-166A-0922B07CDBDC}"/>
              </a:ext>
            </a:extLst>
          </p:cNvPr>
          <p:cNvSpPr txBox="1"/>
          <p:nvPr/>
        </p:nvSpPr>
        <p:spPr>
          <a:xfrm>
            <a:off x="6460067" y="4340767"/>
            <a:ext cx="380153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 Madda Prashanthi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(Intern – Digital Marketing)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 ID :- SCT/FEB26/0943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AD49BC-6CB7-F885-2080-A9CBD12735CF}"/>
              </a:ext>
            </a:extLst>
          </p:cNvPr>
          <p:cNvSpPr txBox="1"/>
          <p:nvPr/>
        </p:nvSpPr>
        <p:spPr>
          <a:xfrm>
            <a:off x="4419158" y="3016134"/>
            <a:ext cx="20578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code: DM</a:t>
            </a:r>
          </a:p>
        </p:txBody>
      </p:sp>
    </p:spTree>
    <p:extLst>
      <p:ext uri="{BB962C8B-B14F-4D97-AF65-F5344CB8AC3E}">
        <p14:creationId xmlns:p14="http://schemas.microsoft.com/office/powerpoint/2010/main" val="39845156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79723-A363-6F73-8139-CFD2C95AFB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9867" y="1346201"/>
            <a:ext cx="8568266" cy="3386666"/>
          </a:xfrm>
        </p:spPr>
        <p:txBody>
          <a:bodyPr/>
          <a:lstStyle/>
          <a:p>
            <a:pPr algn="ctr"/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02</a:t>
            </a:r>
            <a:b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 a Brand Persona and Voice Guide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13787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6063C-3374-549B-F1B4-4C532C6AC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364068"/>
            <a:ext cx="8909935" cy="1126066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Brand Persona – Nike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F12EF5-D84D-590F-5EA9-87CC56BD3E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933" y="1193801"/>
            <a:ext cx="9262534" cy="5173132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Brand Overview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Nike is a global sportswear brand known for performance, innovation, and athlete empowerment.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Brand Personality Traits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Bold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Confident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Motivational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Competitive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Innovative</a:t>
            </a:r>
          </a:p>
          <a:p>
            <a:pPr marL="0" indent="0">
              <a:buClr>
                <a:schemeClr val="tx1"/>
              </a:buClr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Brand Archetype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Hero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Inspires people to overcome challenges and push their limits.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96432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A49A94-1E15-55A9-22C5-877E88115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400" y="491067"/>
            <a:ext cx="8867602" cy="5550295"/>
          </a:xfrm>
        </p:spPr>
        <p:txBody>
          <a:bodyPr/>
          <a:lstStyle/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Values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Determination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Excellence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Innovation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Inclusivity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Self-belief</a:t>
            </a:r>
          </a:p>
          <a:p>
            <a:pPr marL="0" indent="0">
              <a:buClr>
                <a:schemeClr val="tx1"/>
              </a:buClr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Brand Mission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inspire and empower every athlete to achieve their full potential.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917511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3C163-6328-9B8B-6CEE-1C982DC44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267" y="321733"/>
            <a:ext cx="8833736" cy="745067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 Audience Characteristics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F79BD0-E3E4-DA3C-BF57-26AFC63F48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0266" y="1143001"/>
            <a:ext cx="8833736" cy="4898362"/>
          </a:xfrm>
        </p:spPr>
        <p:txBody>
          <a:bodyPr/>
          <a:lstStyle/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Demographics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 Group: 16–35 years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Gender: All genders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Location: Urban &amp; semi-urban areas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Income Level: Middle &amp; upper-middle class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Psychographics</a:t>
            </a:r>
          </a:p>
          <a:p>
            <a:pPr>
              <a:buClrTx/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Fitness-focused</a:t>
            </a:r>
          </a:p>
          <a:p>
            <a:pPr>
              <a:buClrTx/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Goal-oriented</a:t>
            </a:r>
          </a:p>
          <a:p>
            <a:pPr>
              <a:buClrTx/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media active</a:t>
            </a:r>
          </a:p>
          <a:p>
            <a:pPr>
              <a:buClrTx/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Interested in sports &amp; athleisure</a:t>
            </a:r>
          </a:p>
          <a:p>
            <a:pPr>
              <a:buClrTx/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Inspired by athletes and success stories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16723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7B6CA-3A39-0BDD-93F2-134C518125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508001"/>
            <a:ext cx="8766002" cy="5533362"/>
          </a:xfrm>
        </p:spPr>
        <p:txBody>
          <a:bodyPr/>
          <a:lstStyle/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Behavioral Traits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Engages regularly with fitness and sports-related content.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Follows athletes and sports influencers on social media.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Prefers branded and performance-based products.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Actively participates in gym, running, or sports activities.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Shares workout progress and lifestyle content online.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Influenced by motivational campaigns and success stories.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Values product quality, durability, and brand reputation.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59634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EFB16-1EFC-E376-A0AE-40D2B0FF5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933" y="414868"/>
            <a:ext cx="8876069" cy="719666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Brand Voice &amp; Tone Guide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73F2AB-2D56-D77E-EFF8-D23F36020F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333" y="1236133"/>
            <a:ext cx="9033934" cy="4805230"/>
          </a:xfrm>
        </p:spPr>
        <p:txBody>
          <a:bodyPr/>
          <a:lstStyle/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Tone of Voice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and Motivational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Confident but not arrogant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Empowering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 and action-oriented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Style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 and impactful sentences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of action verbs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Emotionally engaging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Encouraging self-belief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36716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C1838D-3E40-8EB0-18E5-8A600C74EC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567267"/>
            <a:ext cx="8856133" cy="5474095"/>
          </a:xfrm>
        </p:spPr>
        <p:txBody>
          <a:bodyPr/>
          <a:lstStyle/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 Style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and powerful words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complex jargon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on achievement and movement</a:t>
            </a:r>
          </a:p>
          <a:p>
            <a:pPr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Voice: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“Push beyond limits.”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“Own your game.”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“You are built to win.”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611694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BF933-D6E5-4DDF-BFFA-4E40D0702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867" y="406400"/>
            <a:ext cx="8859135" cy="702733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Brand Voice Do’s and Don’ts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A758A5-2D41-5CE5-FF39-5EAD714A4D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867" y="1109133"/>
            <a:ext cx="8859135" cy="5147734"/>
          </a:xfrm>
        </p:spPr>
        <p:txBody>
          <a:bodyPr/>
          <a:lstStyle/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DO’s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inspiring and powerful language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Promote inclusivity and empowerment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on performance and results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confident and energetic tone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Keep messaging bold and clear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DON’Ts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Avoid negative or demotivating language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Avoid slang or overly casual tone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not criticize competitors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Avoid complicated technical explanations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Avoid sounding arrogant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870398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4593D-3F85-1712-417C-877F6A516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999" y="397934"/>
            <a:ext cx="8766002" cy="694266"/>
          </a:xfrm>
        </p:spPr>
        <p:txBody>
          <a:bodyPr>
            <a:normAutofit fontScale="90000"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fr-FR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</a:t>
            </a:r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Content (Brand Voice Application)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81FADC-2B83-BFBF-8240-AA0762E76C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1312333"/>
            <a:ext cx="8766002" cy="4729029"/>
          </a:xfrm>
        </p:spPr>
        <p:txBody>
          <a:bodyPr/>
          <a:lstStyle/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Instagram Caption</a:t>
            </a:r>
          </a:p>
          <a:p>
            <a:pPr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“Champions aren’t born.</a:t>
            </a:r>
          </a:p>
          <a:p>
            <a:pPr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They’re built with discipline, sweat, and courage.</a:t>
            </a:r>
          </a:p>
          <a:p>
            <a:pPr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Just Do It.”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Promotional Line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“Train harder. Move faster. Become unstoppable.”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05119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0CED64B-C6A0-5E48-CF97-910BD9518AF9}"/>
              </a:ext>
            </a:extLst>
          </p:cNvPr>
          <p:cNvSpPr txBox="1"/>
          <p:nvPr/>
        </p:nvSpPr>
        <p:spPr>
          <a:xfrm>
            <a:off x="2118784" y="2571234"/>
            <a:ext cx="6100232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7446772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840</TotalTime>
  <Words>386</Words>
  <Application>Microsoft Office PowerPoint</Application>
  <PresentationFormat>Widescreen</PresentationFormat>
  <Paragraphs>86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Times New Roman</vt:lpstr>
      <vt:lpstr>Trebuchet MS</vt:lpstr>
      <vt:lpstr>Wingdings</vt:lpstr>
      <vt:lpstr>Wingdings 3</vt:lpstr>
      <vt:lpstr>Facet</vt:lpstr>
      <vt:lpstr>Digital Marketing – Internship at Skill Craft Technology </vt:lpstr>
      <vt:lpstr>TASK 02 Develop a Brand Persona and Voice Guide </vt:lpstr>
      <vt:lpstr>Brand Persona – Nike</vt:lpstr>
      <vt:lpstr>PowerPoint Presentation</vt:lpstr>
      <vt:lpstr>Target Audience Characteristics</vt:lpstr>
      <vt:lpstr>PowerPoint Presentation</vt:lpstr>
      <vt:lpstr>Brand Voice &amp; Tone Guide</vt:lpstr>
      <vt:lpstr>PowerPoint Presentation</vt:lpstr>
      <vt:lpstr>Brand Voice Do’s and Don’ts</vt:lpstr>
      <vt:lpstr>Sample Content (Brand Voice Application)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prashanthi madda</dc:creator>
  <cp:lastModifiedBy>prashanthi madda</cp:lastModifiedBy>
  <cp:revision>3</cp:revision>
  <dcterms:created xsi:type="dcterms:W3CDTF">2026-02-25T14:57:17Z</dcterms:created>
  <dcterms:modified xsi:type="dcterms:W3CDTF">2026-03-05T18:56:06Z</dcterms:modified>
</cp:coreProperties>
</file>